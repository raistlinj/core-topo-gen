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82E69-0644-BC8A-BDD9-C8AECB067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F0F86-6A5F-838F-1434-230B12720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4A0DE-759D-DE9C-3AB9-C5B682EE5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97F52-2C34-1941-9B93-67C55EAF6472}" type="datetimeFigureOut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E5313-5A10-3B60-A90B-816F1BDC4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6DA59-531A-AE9D-2F58-3DE656628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B29A-FC77-2D4F-AD03-D8100710C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29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D28CE-443F-1D7D-527D-809017784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7B40D-99D8-E7AA-DB5A-3392DDCDB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71259-8175-8853-747E-992814043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97F52-2C34-1941-9B93-67C55EAF6472}" type="datetimeFigureOut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9E5ED-A3D2-39A0-106B-D9E823341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1C552-4316-5AF8-4370-27B2F37F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B29A-FC77-2D4F-AD03-D8100710C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14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FD984-6FCC-BECC-65D2-6F9385C67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898CD-C398-D736-3CCC-98255C2D0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6781F-B265-2C4E-85A5-BF7B17AEB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97F52-2C34-1941-9B93-67C55EAF6472}" type="datetimeFigureOut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92B23-76FA-46C4-0BB2-66177196B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D580C-CCF2-B630-B2B5-11E89DB58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B29A-FC77-2D4F-AD03-D8100710C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12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0B276-D9A8-EA68-8C52-EB5E4FAF2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1FC75-9476-4B7F-9391-57F3E1ADD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BE34B-CC86-3CBD-D9D7-27C0F0906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5764F-9D56-B53D-45E7-86BCD0733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97F52-2C34-1941-9B93-67C55EAF6472}" type="datetimeFigureOut">
              <a:rPr lang="en-US" smtClean="0"/>
              <a:t>8/20/25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8DA17-A333-4044-F785-E26840E89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D94C0-11FE-A252-F200-651311597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B29A-FC77-2D4F-AD03-D8100710C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80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3F6E5-DF3E-86E2-5387-056A00F74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E2769-05E5-A1FE-AF9B-FD47BAB9B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96CFC-AD74-2311-6AC6-3292651FB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F4374-6FCD-58BF-A081-EDB33E339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C62F4-6D2E-B41B-6409-43B949AF1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5DF0A6-C5BE-A76F-EF70-161C83010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97F52-2C34-1941-9B93-67C55EAF6472}" type="datetimeFigureOut">
              <a:rPr lang="en-US" smtClean="0"/>
              <a:t>8/20/25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FFAE4F-AA8B-23DB-3A08-D7245B301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2BA665-8E23-416D-BC27-357F8E0FB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B29A-FC77-2D4F-AD03-D8100710C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028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688EA-4829-2852-D215-13947B2B3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B7184-CE4E-0029-1A2F-606527010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97F52-2C34-1941-9B93-67C55EAF6472}" type="datetimeFigureOut">
              <a:rPr lang="en-US" smtClean="0"/>
              <a:t>8/20/25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B367A9-DEED-7EC6-393B-60F28360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7DE953-B0F8-41A6-5A5C-6AE941960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B29A-FC77-2D4F-AD03-D8100710C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B2A1B4-B394-DE99-7B2B-4331D61BB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97F52-2C34-1941-9B93-67C55EAF6472}" type="datetimeFigureOut">
              <a:rPr lang="en-US" smtClean="0"/>
              <a:t>8/20/25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9FF92-AD79-F799-E6C7-07B61BD05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7AFB3-B6D9-BF45-1134-233B34D43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B29A-FC77-2D4F-AD03-D8100710C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81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3306-0C71-9610-63E3-58E4E51B9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D6B10-1A13-AC9E-C111-D34D547F8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4663A3-5A05-B051-299B-BB12B4CE7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CE0FD-C9A1-8C74-CE89-92EC3B7D4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97F52-2C34-1941-9B93-67C55EAF6472}" type="datetimeFigureOut">
              <a:rPr lang="en-US" smtClean="0"/>
              <a:t>8/20/25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AB424-0D5F-DF24-2F5B-E9C5863DE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9A098-438B-0632-1D86-850F05008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B29A-FC77-2D4F-AD03-D8100710C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40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F9EC7-03ED-7ABB-F328-CED0CB89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74C342-D9C4-2F4D-A294-FCF1B3ED3C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E7FDDC-A533-FB5A-1E37-50853B9F6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69903-4312-7440-5754-C0AE1D54B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97F52-2C34-1941-9B93-67C55EAF6472}" type="datetimeFigureOut">
              <a:rPr lang="en-US" smtClean="0"/>
              <a:t>8/20/25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28221-DD85-9BF4-5824-332E0964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561EA-6B80-1D45-1575-B5DE61AED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B29A-FC77-2D4F-AD03-D8100710C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8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64B69-87D5-18A1-06BA-A13CDC3E3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0CB279-BE50-161B-45E3-EF8FA6115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1E38E-BC6E-E3D5-B3A9-9F6621F85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97F52-2C34-1941-9B93-67C55EAF6472}" type="datetimeFigureOut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38E3A-14A2-95F0-0D6F-9C59087DF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8E318-AC0A-D0AA-81F1-BC5ADE1EA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B29A-FC77-2D4F-AD03-D8100710C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387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8B9D1C-CE79-EE00-AA3A-93DB0615F9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30DA56-BA3C-FBC6-38D2-0D256C269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C7235-7BB7-9BFA-C461-336EBF68E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97F52-2C34-1941-9B93-67C55EAF6472}" type="datetimeFigureOut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0BAB9-E3C0-AE11-B660-1D40EEDCF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7B847-0F17-8861-E840-DBF1CCA6C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B29A-FC77-2D4F-AD03-D8100710C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14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31FE80-CCF1-8AD9-2541-08A5B0524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DD95A-48D5-6372-B30C-EF3EF36C3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75001-5A61-65AB-27F3-17F69EA92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897F52-2C34-1941-9B93-67C55EAF6472}" type="datetimeFigureOut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DC695-1856-5CCC-1280-36B6C0910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E4059-7685-53AC-EA38-500AB4187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C1B29A-FC77-2D4F-AD03-D8100710C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03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32193-03B5-0AAB-70EB-8CBFE634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651A44-56A8-1A3D-0711-19EB597DDF1F}"/>
              </a:ext>
            </a:extLst>
          </p:cNvPr>
          <p:cNvSpPr/>
          <p:nvPr/>
        </p:nvSpPr>
        <p:spPr>
          <a:xfrm>
            <a:off x="3534175" y="1461790"/>
            <a:ext cx="1383956" cy="531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Config Builder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E13E34-89E0-3117-C35C-A920F2C2A4F1}"/>
              </a:ext>
            </a:extLst>
          </p:cNvPr>
          <p:cNvSpPr/>
          <p:nvPr/>
        </p:nvSpPr>
        <p:spPr>
          <a:xfrm>
            <a:off x="3003260" y="4451983"/>
            <a:ext cx="2236004" cy="13181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02F52B-6627-68A8-1ED5-5A838EF4CC10}"/>
              </a:ext>
            </a:extLst>
          </p:cNvPr>
          <p:cNvSpPr/>
          <p:nvPr/>
        </p:nvSpPr>
        <p:spPr>
          <a:xfrm>
            <a:off x="3534175" y="2423487"/>
            <a:ext cx="1383956" cy="531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Config Interpreter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050841-9686-ADEE-FB64-04A8CB8E431A}"/>
              </a:ext>
            </a:extLst>
          </p:cNvPr>
          <p:cNvSpPr/>
          <p:nvPr/>
        </p:nvSpPr>
        <p:spPr>
          <a:xfrm>
            <a:off x="3534175" y="3371834"/>
            <a:ext cx="1383956" cy="531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GRPC Client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D206FC-EBD4-BCFA-498F-DC4115B7B4CA}"/>
              </a:ext>
            </a:extLst>
          </p:cNvPr>
          <p:cNvSpPr/>
          <p:nvPr/>
        </p:nvSpPr>
        <p:spPr>
          <a:xfrm>
            <a:off x="3460033" y="4451983"/>
            <a:ext cx="1482668" cy="388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GRPC Server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D538D7-045D-0FD5-1780-00F242B0E7A0}"/>
              </a:ext>
            </a:extLst>
          </p:cNvPr>
          <p:cNvSpPr/>
          <p:nvPr/>
        </p:nvSpPr>
        <p:spPr>
          <a:xfrm>
            <a:off x="2417697" y="1463352"/>
            <a:ext cx="863057" cy="531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11" name="Magnetic Disk 10">
            <a:extLst>
              <a:ext uri="{FF2B5EF4-FFF2-40B4-BE49-F238E27FC236}">
                <a16:creationId xmlns:a16="http://schemas.microsoft.com/office/drawing/2014/main" id="{7946680B-5F9E-1596-79B4-D62351B39D02}"/>
              </a:ext>
            </a:extLst>
          </p:cNvPr>
          <p:cNvSpPr/>
          <p:nvPr/>
        </p:nvSpPr>
        <p:spPr>
          <a:xfrm>
            <a:off x="4707924" y="53549"/>
            <a:ext cx="1062681" cy="1173464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Base Scenario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C313AC6B-0B4F-B340-A7F2-A81C3F6847E6}"/>
              </a:ext>
            </a:extLst>
          </p:cNvPr>
          <p:cNvSpPr/>
          <p:nvPr/>
        </p:nvSpPr>
        <p:spPr>
          <a:xfrm>
            <a:off x="5424687" y="2274245"/>
            <a:ext cx="1107990" cy="1154755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CTF Spec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61679F-6C00-950E-C62F-DC01B1784159}"/>
              </a:ext>
            </a:extLst>
          </p:cNvPr>
          <p:cNvSpPr/>
          <p:nvPr/>
        </p:nvSpPr>
        <p:spPr>
          <a:xfrm>
            <a:off x="5393867" y="1461790"/>
            <a:ext cx="1373445" cy="531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 Validator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188643-3305-0AB5-944C-87D066BFE1B6}"/>
              </a:ext>
            </a:extLst>
          </p:cNvPr>
          <p:cNvSpPr/>
          <p:nvPr/>
        </p:nvSpPr>
        <p:spPr>
          <a:xfrm>
            <a:off x="5461758" y="4845410"/>
            <a:ext cx="1342625" cy="531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Behavioral</a:t>
            </a:r>
          </a:p>
          <a:p>
            <a:pPr algn="ctr"/>
            <a:r>
              <a:rPr lang="en-US" dirty="0"/>
              <a:t>Validator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6D39E722-4D2F-0E58-3D10-41ABB5726B4F}"/>
              </a:ext>
            </a:extLst>
          </p:cNvPr>
          <p:cNvCxnSpPr>
            <a:stCxn id="11" idx="2"/>
            <a:endCxn id="4" idx="0"/>
          </p:cNvCxnSpPr>
          <p:nvPr/>
        </p:nvCxnSpPr>
        <p:spPr>
          <a:xfrm rot="10800000" flipV="1">
            <a:off x="4226154" y="640280"/>
            <a:ext cx="481771" cy="821509"/>
          </a:xfrm>
          <a:prstGeom prst="bentConnector2">
            <a:avLst/>
          </a:prstGeom>
          <a:ln w="44450" cmpd="tri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3B77F12-F2F8-22B9-76F3-44ECD8ED0953}"/>
              </a:ext>
            </a:extLst>
          </p:cNvPr>
          <p:cNvCxnSpPr>
            <a:stCxn id="4" idx="3"/>
            <a:endCxn id="13" idx="1"/>
          </p:cNvCxnSpPr>
          <p:nvPr/>
        </p:nvCxnSpPr>
        <p:spPr>
          <a:xfrm>
            <a:off x="4918131" y="1727460"/>
            <a:ext cx="475736" cy="0"/>
          </a:xfrm>
          <a:prstGeom prst="straightConnector1">
            <a:avLst/>
          </a:prstGeom>
          <a:ln w="47625" cmpd="sng">
            <a:solidFill>
              <a:schemeClr val="accent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CAB03E-184B-20F4-A745-C36098B3C1CA}"/>
              </a:ext>
            </a:extLst>
          </p:cNvPr>
          <p:cNvCxnSpPr>
            <a:cxnSpLocks/>
            <a:stCxn id="10" idx="3"/>
            <a:endCxn id="4" idx="1"/>
          </p:cNvCxnSpPr>
          <p:nvPr/>
        </p:nvCxnSpPr>
        <p:spPr>
          <a:xfrm flipV="1">
            <a:off x="3280754" y="1727460"/>
            <a:ext cx="253421" cy="1562"/>
          </a:xfrm>
          <a:prstGeom prst="straightConnector1">
            <a:avLst/>
          </a:prstGeom>
          <a:ln w="44450" cmpd="tri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0561C0-41B0-C4B1-5B6E-536EEC854754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4226153" y="1993130"/>
            <a:ext cx="0" cy="430357"/>
          </a:xfrm>
          <a:prstGeom prst="straightConnector1">
            <a:avLst/>
          </a:prstGeom>
          <a:ln w="47625" cmpd="sng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BB19EE0-0BD8-DBA5-79EF-9EFBE9BEED75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4226153" y="2954827"/>
            <a:ext cx="0" cy="417007"/>
          </a:xfrm>
          <a:prstGeom prst="straightConnector1">
            <a:avLst/>
          </a:prstGeom>
          <a:ln w="47625" cmpd="sng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3FDAB9A-6BC8-ACF8-BABB-2119F7A33C4A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226153" y="3903174"/>
            <a:ext cx="0" cy="548809"/>
          </a:xfrm>
          <a:prstGeom prst="straightConnector1">
            <a:avLst/>
          </a:prstGeom>
          <a:ln w="47625" cmpd="sng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95047A20-8460-06F4-44D8-F452AB820821}"/>
              </a:ext>
            </a:extLst>
          </p:cNvPr>
          <p:cNvCxnSpPr>
            <a:cxnSpLocks/>
            <a:stCxn id="6" idx="3"/>
            <a:endCxn id="12" idx="2"/>
          </p:cNvCxnSpPr>
          <p:nvPr/>
        </p:nvCxnSpPr>
        <p:spPr>
          <a:xfrm>
            <a:off x="4918131" y="2689157"/>
            <a:ext cx="506556" cy="162466"/>
          </a:xfrm>
          <a:prstGeom prst="bentConnector3">
            <a:avLst>
              <a:gd name="adj1" fmla="val 50000"/>
            </a:avLst>
          </a:prstGeom>
          <a:ln w="44450" cmpd="tri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418801D0-CB53-26D7-7073-F18E102485EA}"/>
              </a:ext>
            </a:extLst>
          </p:cNvPr>
          <p:cNvCxnSpPr>
            <a:cxnSpLocks/>
            <a:stCxn id="12" idx="3"/>
            <a:endCxn id="7" idx="3"/>
          </p:cNvCxnSpPr>
          <p:nvPr/>
        </p:nvCxnSpPr>
        <p:spPr>
          <a:xfrm rot="5400000">
            <a:off x="5344155" y="3002977"/>
            <a:ext cx="208504" cy="1060551"/>
          </a:xfrm>
          <a:prstGeom prst="bentConnector2">
            <a:avLst/>
          </a:prstGeom>
          <a:ln w="44450" cmpd="tri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7B7BF58-534E-FEB8-D55F-191A217E3430}"/>
              </a:ext>
            </a:extLst>
          </p:cNvPr>
          <p:cNvCxnSpPr>
            <a:cxnSpLocks/>
            <a:stCxn id="14" idx="1"/>
            <a:endCxn id="5" idx="3"/>
          </p:cNvCxnSpPr>
          <p:nvPr/>
        </p:nvCxnSpPr>
        <p:spPr>
          <a:xfrm flipH="1">
            <a:off x="5239264" y="5111080"/>
            <a:ext cx="222494" cy="1"/>
          </a:xfrm>
          <a:prstGeom prst="straightConnector1">
            <a:avLst/>
          </a:prstGeom>
          <a:ln w="47625" cmpd="sng">
            <a:solidFill>
              <a:schemeClr val="accent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7C62D6D5-C1E6-56BE-C9C2-515AE1CD70FE}"/>
              </a:ext>
            </a:extLst>
          </p:cNvPr>
          <p:cNvCxnSpPr>
            <a:stCxn id="5" idx="1"/>
          </p:cNvCxnSpPr>
          <p:nvPr/>
        </p:nvCxnSpPr>
        <p:spPr>
          <a:xfrm rot="10800000" flipH="1">
            <a:off x="3003260" y="321277"/>
            <a:ext cx="1704664" cy="4789805"/>
          </a:xfrm>
          <a:prstGeom prst="bentConnector4">
            <a:avLst>
              <a:gd name="adj1" fmla="val -43130"/>
              <a:gd name="adj2" fmla="val 99963"/>
            </a:avLst>
          </a:prstGeom>
          <a:ln w="44450" cmpd="tri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658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18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Acosta, Jaime C CIV USARMY DEVCOM ARL (USA)</dc:creator>
  <cp:lastModifiedBy>Acosta, Jaime C CIV USARMY DEVCOM ARL (USA)</cp:lastModifiedBy>
  <cp:revision>2</cp:revision>
  <dcterms:created xsi:type="dcterms:W3CDTF">2025-08-20T18:31:04Z</dcterms:created>
  <dcterms:modified xsi:type="dcterms:W3CDTF">2025-08-20T18:49:14Z</dcterms:modified>
</cp:coreProperties>
</file>